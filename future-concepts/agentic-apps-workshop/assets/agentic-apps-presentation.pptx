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B4B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4023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Agentic Apps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365760" y="275463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בניית אפליקציות שלמות ללא קוד מסורתי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D374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המציאות של היום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5890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D374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פיתוח אפליקציות לוקח חודשים ועולה עשרות אלפי שקלים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D374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צריך מפתחים לכל שינוי קטן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D374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כלים פנימיים נשארים ברשימת ה-TODO לנצח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D374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הפער בין הרעיון לביצוע - עצום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מה אם היה אפשר אחרת?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5890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לבנות כלים פנימיים בשעות, לא שבועות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שליטה מלאה בלי תלות במפתחים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אפליקציות שהצוות יכול להבין ולשנות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אפס תשתיות - אפס כאבי ראש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Agent IS the Engine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הסוכן הוא המנוע של האפליקציה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באפליקציה קלאסית, אנחנו כותבים אלגוריתמים ותנאים.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ב-Agentic App, מסמכים כתובים מחליפים את הקוד.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329184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הסוכן הופך למנוע שמריץ את האפליקציה.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737360" y="4389120"/>
            <a:ext cx="54864" cy="822960"/>
          </a:xfrm>
          <a:prstGeom prst="rect">
            <a:avLst/>
          </a:prstGeom>
          <a:solidFill>
            <a:srgbClr val="14FFEC"/>
          </a:solidFill>
          <a:ln/>
        </p:spPr>
      </p:sp>
      <p:sp>
        <p:nvSpPr>
          <p:cNvPr id="8" name="Text 6"/>
          <p:cNvSpPr/>
          <p:nvPr/>
        </p:nvSpPr>
        <p:spPr>
          <a:xfrm>
            <a:off x="2011680" y="438912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Documents Replace Algorithms - מסמכים מחליפים אלגוריתמים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633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שתי גישות - שתי מציאויות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188720"/>
            <a:ext cx="4114800" cy="1463040"/>
          </a:xfrm>
          <a:prstGeom prst="roundRect">
            <a:avLst>
              <a:gd name="adj" fmla="val 5000"/>
            </a:avLst>
          </a:prstGeom>
          <a:solidFill>
            <a:srgbClr val="FF80D1"/>
          </a:solidFill>
          <a:ln w="12700">
            <a:solidFill>
              <a:srgbClr val="FF85B3">
                <a:alpha val="5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325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5B3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Classic App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64592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Runtime: Node.js, Python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4114800" cy="1463040"/>
          </a:xfrm>
          <a:prstGeom prst="roundRect">
            <a:avLst>
              <a:gd name="adj" fmla="val 5000"/>
            </a:avLst>
          </a:prstGeom>
          <a:solidFill>
            <a:srgbClr val="FF80D1"/>
          </a:solidFill>
          <a:ln w="12700">
            <a:solidFill>
              <a:srgbClr val="FF85B3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00600" y="1325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5B3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Agentic App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00600" y="164592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Runtime: Claude Code Agent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77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מה קורה כשלוחצים על כפתור?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Classic App: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Button Click → Call Function → Execute Code → Update DB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Agentic App: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329184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Button Click → Send /command → Agent Decides → Update Docs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737360" y="4389120"/>
            <a:ext cx="54864" cy="822960"/>
          </a:xfrm>
          <a:prstGeom prst="rect">
            <a:avLst/>
          </a:prstGeom>
          <a:solidFill>
            <a:srgbClr val="90E0EF"/>
          </a:solidFill>
          <a:ln/>
        </p:spPr>
      </p:sp>
      <p:sp>
        <p:nvSpPr>
          <p:cNvPr id="8" name="Text 6"/>
          <p:cNvSpPr/>
          <p:nvPr/>
        </p:nvSpPr>
        <p:spPr>
          <a:xfrm>
            <a:off x="2011680" y="438912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הסוכן מקבל החלטות - לא רק מבצע פקודות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5D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כל מה שהכרתם - בגרסה חדשה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5890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קונפיגורציה: config.yaml → CLAUDE.md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ספריות: npm packages → Skills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API Endpoints: REST routes → /commands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Background Jobs: Cron → Sub-agents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Deployment: Docker, K8s → cd folder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זמן בנייה: שבועות-חודשים → שעות-ימים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למה בעלי עסקים צריכים לדעת את זה?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188720"/>
            <a:ext cx="4114800" cy="1463040"/>
          </a:xfrm>
          <a:prstGeom prst="roundRect">
            <a:avLst>
              <a:gd name="adj" fmla="val 5000"/>
            </a:avLst>
          </a:prstGeom>
          <a:solidFill>
            <a:srgbClr val="67677B"/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280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Speed to Market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0116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בנה כלי פנימי בשעות, לא שבועות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114800" cy="1463040"/>
          </a:xfrm>
          <a:prstGeom prst="roundRect">
            <a:avLst>
              <a:gd name="adj" fmla="val 5000"/>
            </a:avLst>
          </a:prstGeom>
          <a:solidFill>
            <a:srgbClr val="67677B"/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280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📄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800600" y="16916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Living Documentation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00600" y="20116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הקוד הוא התיעוד - כולם יכולים לקרוא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788920"/>
            <a:ext cx="4114800" cy="1463040"/>
          </a:xfrm>
          <a:prstGeom prst="roundRect">
            <a:avLst>
              <a:gd name="adj" fmla="val 5000"/>
            </a:avLst>
          </a:prstGeom>
          <a:solidFill>
            <a:srgbClr val="67677B"/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8803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☁️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02920" y="3291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Zero Infrastructure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36118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אין שרתים, אין דאטאבייס, אין DevOps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788920"/>
            <a:ext cx="4114800" cy="1463040"/>
          </a:xfrm>
          <a:prstGeom prst="roundRect">
            <a:avLst>
              <a:gd name="adj" fmla="val 5000"/>
            </a:avLst>
          </a:prstGeom>
          <a:solidFill>
            <a:srgbClr val="67677B"/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8803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🎨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800600" y="3291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UI When Needed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00600" y="36118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התחל בצ׳אט, הוסף ממשק כשמוכן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5B4B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חלק 2: אבני הבניין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5 רכיבים שמרכיבים אפליקציה שלמה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7863840" cy="3131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CLAUDE.md - החוקה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Skills - יכולות אוטומטיות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Commands - פעולות מפורשות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Agents - תהליכים מורכבים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Data Files - המידע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D374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CLAUDE.md - החוקה של האפליקציה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קובץ אחד שמגדיר הכל: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7863840" cy="3131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D374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מי האפליקציה ומה היא עושה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D374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חוקים והנחיות התנהגות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D374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קונפיגורציה והגדרות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D374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קשרים בין רכיבים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Skills - יכולות אוטומטיות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Skills הם "ספריות" של הסוכן: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7863840" cy="3131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פעולות מורכבות ארוזות ומוכנות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הסוכן מפעיל אותן אוטומטית כשצריך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אפשר לשתף Skills בין פרויקטים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כמו npm packages - אבל בשפה טבעית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Commands - פעולות מפורשות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Commands הם ה-API של האפליקציה: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7863840" cy="3131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פקודות שהמשתמש מפעיל במפורש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מתחילות ב-/ (slash)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כל כפתור ב-UI = פקודה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פשוטות ליצירה ולשינוי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D633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Agents - תהליכים מורכבים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Agents הם "עובדים" שמבצעים משימות: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7863840" cy="3131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תהליכים שרצים ברקע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מפעילים skills ו-commands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יכולים לקבל החלטות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מושלמים למשימות מורכבות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77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Data Files - המידע של האפליקציה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קבצי Markdown = מסד נתונים: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7863840" cy="3131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קריאים לבני אדם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גרסאות ב-Git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קלים לעריכה ידנית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הסוכן קורא וכותב אותם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85D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5 רכיבים = אפליקציה שלמה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5890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CLAUDE.md → חוקה + הגדרות (config + README)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Skills → יכולות אוטומטיות (ספריות, middleware)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Commands → פעולות מפורשות (API endpoints)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Agents → תהליכים מורכבים (background workers)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Data Files → מצב האפליקציה (database)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☕ הפסקה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15 דקות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737360" y="2571750"/>
            <a:ext cx="54864" cy="8229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2011680" y="257175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💡 בזמן ההפסקה חשבו: איזה כלי פנימי הייתם רוצים לבנות לעסק שלכם?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5B4B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חלק 3: Live Build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CRM לעסק קטן - 60 דקות מאפס לאפליקציה עובדת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1920240"/>
            <a:ext cx="18973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✅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65760" y="2834640"/>
            <a:ext cx="18973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ניהול לקוחות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537460" y="1920240"/>
            <a:ext cx="18973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✅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2537460" y="2834640"/>
            <a:ext cx="18973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תיעוד אינטראקציות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09160" y="1920240"/>
            <a:ext cx="18973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✅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709160" y="2834640"/>
            <a:ext cx="18973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תזכורות follow-up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80860" y="1920240"/>
            <a:ext cx="18973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✅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880860" y="2834640"/>
            <a:ext cx="18973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ניתוח לקוחות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8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D374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מבנה הפרויקט שלנו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5890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D374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my-crm/CLAUDE.md - הגדרת המערכת והחוקים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D374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.claude/commands/ - פקודות משתמש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D374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.claude/skills/ - יכולות אוטומטיות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D374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.claude/agents/ - תהליכים מורכבים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D374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data/customers/ - תיקיות לקוחות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D374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data/interactions.md - לוג אינטראקציות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שלב 1: יצירת CLAUDE.md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הגדרת המערכת: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7863840" cy="3131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Purpose: מערכת CRM לניהול לקוחות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Rules: לקוח חדש = Active, 7 ימים = follow-up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Data Structure: /data/customers/, interactions.md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Commands: /add-customer, /log-interaction, /followup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שלב 2: יצירת /add-customer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מה הפקודה עושה: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7863840" cy="3131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מקבלת שם ואימייל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יוצרת קובץ לקוח חדש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מוסיפה תאריך יצירה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מגדירה סטטוס Active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D633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שלב 3: יצירת /log-interaction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מה הפקודה עושה: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7863840" cy="3131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מתעדת שיחה עם לקוח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מעדכנת את קובץ הלקוח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מוסיפה לטבלת האינטראקציות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מאפסת את ספירת ה-follow-up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77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שלב 4: יצירת /followup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מה הפקודה עושה: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7863840" cy="3131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סורקת את כל הלקוחות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מזהה לקוחות ללא אינטראקציה 7+ ימים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מציגה רשימה מתועדפת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מציעה פעולות המשך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85D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שלב 5: יצירת customer-analysis skill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מה ה-Skill עושה: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7863840" cy="3131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מנתח היסטוריית לקוח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מחשב ציון מעורבות (0-100)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מזהה דפוסים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מפיק דו"ח מסכם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שלב 6: יצירת weekly-review agent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מה ה-Agent עושה: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7863840" cy="3131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רץ אוטומטית כל שבוע (יום ראשון 09:00)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מרכז נתונים מכל הלקוחות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מייצר דו"ח שבועי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מזהה לקוחות בסיכון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5B4B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חלק 4: הוספת UI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Agent SDK - כשצ׳אט לא מספיק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8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D374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מתי להוסיף UI?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188720"/>
            <a:ext cx="4114800" cy="1463040"/>
          </a:xfrm>
          <a:prstGeom prst="roundRect">
            <a:avLst>
              <a:gd name="adj" fmla="val 5000"/>
            </a:avLst>
          </a:prstGeom>
          <a:solidFill>
            <a:srgbClr val="D4D9DE"/>
          </a:solidFill>
          <a:ln w="12700">
            <a:solidFill>
              <a:srgbClr val="5B4B8A">
                <a:alpha val="5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325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4B8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CLI מספיק כש...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64592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המשתמש טכני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4114800" cy="1463040"/>
          </a:xfrm>
          <a:prstGeom prst="roundRect">
            <a:avLst>
              <a:gd name="adj" fmla="val 5000"/>
            </a:avLst>
          </a:prstGeom>
          <a:solidFill>
            <a:srgbClr val="D4D9DE"/>
          </a:solidFill>
          <a:ln w="12700">
            <a:solidFill>
              <a:srgbClr val="5B4B8A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00600" y="1325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4B8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צריך UI כש...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00600" y="164592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משתפים עם לא-טכניים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Agent SDK - הבסיס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Agent SDK מאפשר: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7863840" cy="3131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לחבר UI (React, Vue, HTML) לסוכן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לשלוח /commands מכפתורים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לקרוא data files ולהציג בדשבורד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הסוכן נשאר המוח - UI רק עטיפה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דוגמאות מהעולם האמיתי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188720"/>
            <a:ext cx="4114800" cy="1463040"/>
          </a:xfrm>
          <a:prstGeom prst="roundRect">
            <a:avLst>
              <a:gd name="adj" fmla="val 5000"/>
            </a:avLst>
          </a:prstGeom>
          <a:solidFill>
            <a:srgbClr val="5AC0C4"/>
          </a:solidFill>
          <a:ln w="12700">
            <a:solidFill>
              <a:srgbClr val="14FFEC">
                <a:alpha val="5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280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FFE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מערכת ניהול משימות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0116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tasks folder + commands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114800" cy="1463040"/>
          </a:xfrm>
          <a:prstGeom prst="roundRect">
            <a:avLst>
              <a:gd name="adj" fmla="val 5000"/>
            </a:avLst>
          </a:prstGeom>
          <a:solidFill>
            <a:srgbClr val="5AC0C4"/>
          </a:solidFill>
          <a:ln w="12700">
            <a:solidFill>
              <a:srgbClr val="14FFEC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280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🎓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800600" y="16916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FFE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מערכת ניהול סדנאות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00600" y="20116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architect-workshops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788920"/>
            <a:ext cx="4114800" cy="1463040"/>
          </a:xfrm>
          <a:prstGeom prst="roundRect">
            <a:avLst>
              <a:gd name="adj" fmla="val 5000"/>
            </a:avLst>
          </a:prstGeom>
          <a:solidFill>
            <a:srgbClr val="5AC0C4"/>
          </a:solidFill>
          <a:ln w="12700">
            <a:solidFill>
              <a:srgbClr val="14FFEC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8803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02920" y="3291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FFE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בוט שירות לקוחות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36118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skills + agents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788920"/>
            <a:ext cx="4114800" cy="1463040"/>
          </a:xfrm>
          <a:prstGeom prst="roundRect">
            <a:avLst>
              <a:gd name="adj" fmla="val 5000"/>
            </a:avLst>
          </a:prstGeom>
          <a:solidFill>
            <a:srgbClr val="5AC0C4"/>
          </a:solidFill>
          <a:ln w="12700">
            <a:solidFill>
              <a:srgbClr val="14FFEC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8803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800600" y="3291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FFE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מערכת ניהול מלאי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00600" y="36118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data files + commands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D633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מתי זה לא מתאים?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5890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❌ מערכות עם דרישות real-time קשיחות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❌ מערכות עם מיליוני רשומות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❌ מערכות עם דרישות compliance מחמירות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❌ מערכות שצריכות לרוץ offline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077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מה למדנו היום?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188720"/>
            <a:ext cx="8412480" cy="626364"/>
          </a:xfrm>
          <a:prstGeom prst="roundRect">
            <a:avLst>
              <a:gd name="adj" fmla="val 7299"/>
            </a:avLst>
          </a:prstGeom>
          <a:solidFill>
            <a:srgbClr val="40B7F6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280160"/>
            <a:ext cx="443484" cy="4434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80160"/>
            <a:ext cx="443484" cy="4434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75004" y="1188720"/>
            <a:ext cx="7420356" cy="626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Agent is the Engine - הסוכן מחליף את הלוגיקה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906524"/>
            <a:ext cx="8412480" cy="626364"/>
          </a:xfrm>
          <a:prstGeom prst="roundRect">
            <a:avLst>
              <a:gd name="adj" fmla="val 7299"/>
            </a:avLst>
          </a:prstGeom>
          <a:solidFill>
            <a:srgbClr val="40B7F6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97964"/>
            <a:ext cx="443484" cy="4434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997964"/>
            <a:ext cx="443484" cy="4434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75004" y="1906524"/>
            <a:ext cx="7420356" cy="626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Documents Replace Algorithms - מסמכים במקום קוד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2624328"/>
            <a:ext cx="8412480" cy="626364"/>
          </a:xfrm>
          <a:prstGeom prst="roundRect">
            <a:avLst>
              <a:gd name="adj" fmla="val 7299"/>
            </a:avLst>
          </a:prstGeom>
          <a:solidFill>
            <a:srgbClr val="40B7F6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2715768"/>
            <a:ext cx="443484" cy="4434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715768"/>
            <a:ext cx="443484" cy="4434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75004" y="2624328"/>
            <a:ext cx="7420356" cy="626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Speed Over Perfection - עדיף MVP מהיר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5760" y="3342132"/>
            <a:ext cx="8412480" cy="626364"/>
          </a:xfrm>
          <a:prstGeom prst="roundRect">
            <a:avLst>
              <a:gd name="adj" fmla="val 7299"/>
            </a:avLst>
          </a:prstGeom>
          <a:solidFill>
            <a:srgbClr val="40B7F6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" y="3433572"/>
            <a:ext cx="443484" cy="4434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433572"/>
            <a:ext cx="443484" cy="4434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75004" y="3342132"/>
            <a:ext cx="7420356" cy="626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Human-Readable State - כל המידע קריא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65760" y="4059936"/>
            <a:ext cx="8412480" cy="626364"/>
          </a:xfrm>
          <a:prstGeom prst="roundRect">
            <a:avLst>
              <a:gd name="adj" fmla="val 7299"/>
            </a:avLst>
          </a:prstGeom>
          <a:solidFill>
            <a:srgbClr val="40B7F6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" y="4151376"/>
            <a:ext cx="443484" cy="4434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151376"/>
            <a:ext cx="443484" cy="4434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75004" y="4059936"/>
            <a:ext cx="7420356" cy="626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Composable Architecture - רכיבים שמשתלבים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85D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מה עכשיו?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188720"/>
            <a:ext cx="8412480" cy="640080"/>
          </a:xfrm>
          <a:prstGeom prst="roundRect">
            <a:avLst>
              <a:gd name="adj" fmla="val 7143"/>
            </a:avLst>
          </a:prstGeom>
          <a:solidFill>
            <a:srgbClr val="FF9D44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2801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5D0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18872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בחרו כלי פנימי אחד שאתם צריכים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8412480" cy="640080"/>
          </a:xfrm>
          <a:prstGeom prst="roundRect">
            <a:avLst>
              <a:gd name="adj" fmla="val 7143"/>
            </a:avLst>
          </a:prstGeom>
          <a:solidFill>
            <a:srgbClr val="FF9D44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20116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5D0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192024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התחילו עם CLAUDE.md פשוט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2651760"/>
            <a:ext cx="8412480" cy="640080"/>
          </a:xfrm>
          <a:prstGeom prst="roundRect">
            <a:avLst>
              <a:gd name="adj" fmla="val 7143"/>
            </a:avLst>
          </a:prstGeom>
          <a:solidFill>
            <a:srgbClr val="FF9D44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27432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5D0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265176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הוסיפו command אחד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5760" y="3383280"/>
            <a:ext cx="8412480" cy="640080"/>
          </a:xfrm>
          <a:prstGeom prst="roundRect">
            <a:avLst>
              <a:gd name="adj" fmla="val 7143"/>
            </a:avLst>
          </a:prstGeom>
          <a:solidFill>
            <a:srgbClr val="FF9D44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" y="34747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5D0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38328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בנו בהדרגה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תודה!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Aviz - The Architect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🌐 aviz.dev | 📧 hello@aviz.dev | 💬 WhatsApp Community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37360" y="2743200"/>
            <a:ext cx="54864" cy="8229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2011680" y="274320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בנו משהו מדהים! 🚀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PptxGenJS Presentation</dc:subject>
  <dc:creator>AVIZ</dc:creator>
  <cp:lastModifiedBy>AVIZ</cp:lastModifiedBy>
  <cp:revision>1</cp:revision>
  <dcterms:created xsi:type="dcterms:W3CDTF">2026-01-08T18:32:58Z</dcterms:created>
  <dcterms:modified xsi:type="dcterms:W3CDTF">2026-01-08T18:32:58Z</dcterms:modified>
</cp:coreProperties>
</file>